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MavenPro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RobotoMono-regular.fntdata"/><Relationship Id="rId23" Type="http://schemas.openxmlformats.org/officeDocument/2006/relationships/font" Target="fonts/Maven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17433eb11bb70b70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17433eb11bb70b70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17433eb11bb70b70_0_2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17433eb11bb70b70_0_2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17433eb11bb70b70_0_2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17433eb11bb70b70_0_2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17433eb11bb70b70_0_2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17433eb11bb70b70_0_2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17433eb11bb70b70_0_2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h17433eb11bb70b70_0_2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17433eb11bb70b70_0_2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h17433eb11bb70b70_0_2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17433eb11bb70b70_0_2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17433eb11bb70b70_0_2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HealthConnect Clinic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Patient Attendance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solidFill>
                  <a:srgbClr val="F9FAFB"/>
                </a:solidFill>
              </a:rPr>
              <a:t>Emmanuel Atuns</a:t>
            </a:r>
            <a:endParaRPr sz="5200">
              <a:solidFill>
                <a:srgbClr val="F9FAF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solidFill>
                  <a:srgbClr val="F9FAFB"/>
                </a:solidFill>
              </a:rPr>
              <a:t>Data Analytics Intern</a:t>
            </a:r>
            <a:endParaRPr sz="5200">
              <a:solidFill>
                <a:srgbClr val="F9FAF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solidFill>
                  <a:srgbClr val="F9FAFB"/>
                </a:solidFill>
              </a:rPr>
              <a:t>AnalystLab Africa - Week 8</a:t>
            </a:r>
            <a:endParaRPr>
              <a:solidFill>
                <a:srgbClr val="F9FAF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6298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61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Problem</a:t>
            </a:r>
            <a:endParaRPr sz="161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48.5% of appointments are missed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Impact: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Wasted slots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Reduced efficiency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Poor patient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My Approach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 Analyzed 5,000 appointment records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Identified no-show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Built Power BI dashboard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Developed recommendations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Key Findings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                   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---------------------    ----------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No-Show Rate             48.5%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Attended Rate            46.3%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Appointments       5,000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Reminder Effectiveness   4.0%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Dashboard Preview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25" y="1089150"/>
            <a:ext cx="8878551" cy="40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Recommendations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 txBox="1"/>
          <p:nvPr>
            <p:ph idx="1" type="body"/>
          </p:nvPr>
        </p:nvSpPr>
        <p:spPr>
          <a:xfrm>
            <a:off x="1147475" y="18649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F1115"/>
                </a:solidFill>
                <a:latin typeface="Roboto Mono"/>
                <a:ea typeface="Roboto Mono"/>
                <a:cs typeface="Roboto Mono"/>
                <a:sym typeface="Roboto Mono"/>
              </a:rPr>
              <a:t>1. Target High-Risk Patients (High)</a:t>
            </a:r>
            <a:endParaRPr sz="1000">
              <a:solidFill>
                <a:srgbClr val="0F11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F1115"/>
                </a:solidFill>
                <a:latin typeface="Roboto Mono"/>
                <a:ea typeface="Roboto Mono"/>
                <a:cs typeface="Roboto Mono"/>
                <a:sym typeface="Roboto Mono"/>
              </a:rPr>
              <a:t>2. Reduce Booking Lead Time (High)</a:t>
            </a:r>
            <a:endParaRPr sz="1000">
              <a:solidFill>
                <a:srgbClr val="0F11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F1115"/>
                </a:solidFill>
                <a:latin typeface="Roboto Mono"/>
                <a:ea typeface="Roboto Mono"/>
                <a:cs typeface="Roboto Mono"/>
                <a:sym typeface="Roboto Mono"/>
              </a:rPr>
              <a:t>3. Expand Reminder Programme (Medium)</a:t>
            </a:r>
            <a:endParaRPr sz="1000">
              <a:solidFill>
                <a:srgbClr val="0F11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F1115"/>
                </a:solidFill>
                <a:latin typeface="Roboto Mono"/>
                <a:ea typeface="Roboto Mono"/>
                <a:cs typeface="Roboto Mono"/>
                <a:sym typeface="Roboto Mono"/>
              </a:rPr>
              <a:t>4. Optimize Scheduling (Medium)</a:t>
            </a:r>
            <a:endParaRPr sz="1000">
              <a:solidFill>
                <a:srgbClr val="0F11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F1115"/>
                </a:solidFill>
                <a:latin typeface="Roboto Mono"/>
                <a:ea typeface="Roboto Mono"/>
                <a:cs typeface="Roboto Mono"/>
                <a:sym typeface="Roboto Mono"/>
              </a:rPr>
              <a:t>5. Transport Support (Low)</a:t>
            </a:r>
            <a:endParaRPr sz="1000">
              <a:solidFill>
                <a:srgbClr val="0F11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Cross-Track Collaboration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Collaborated with: Data Science Track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Provided: Validated KPIs, segment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Received: Feature importance, model insights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Result: Better understanding of key predictors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 for listening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Emmanuel Atuns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AnalystLab Africa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